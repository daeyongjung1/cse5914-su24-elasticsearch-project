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Roboto Slab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/FcUAG04sVdbo9EP1cDVgYWrD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e5747e58bd_0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2e5747e58b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386d9d961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27386d9d96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5747e58bd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e5747e58b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386d9d961_1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7386d9d96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386d9d961_1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27386d9d96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38b4021cc_0_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2738b4021c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738b4021cc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2738b4021c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386d9d961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27386d9d961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738b4021cc_0_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2738b4021c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386d9d961_1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27386d9d961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386d9d961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27386d9d96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386d9d961_1_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27386d9d961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386d9d961_1_5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7386d9d961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9pPr>
          </a:lstStyle>
          <a:p/>
        </p:txBody>
      </p:sp>
      <p:sp>
        <p:nvSpPr>
          <p:cNvPr id="11" name="Google Shape;11;p4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3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8" name="Google Shape;28;p43"/>
          <p:cNvSpPr txBox="1"/>
          <p:nvPr>
            <p:ph idx="1" type="body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9" name="Google Shape;29;p43"/>
          <p:cNvSpPr txBox="1"/>
          <p:nvPr>
            <p:ph idx="2" type="body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0" name="Google Shape;30;p4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9pPr>
          </a:lstStyle>
          <a:p/>
        </p:txBody>
      </p:sp>
      <p:sp>
        <p:nvSpPr>
          <p:cNvPr id="35" name="Google Shape;35;p45"/>
          <p:cNvSpPr txBox="1"/>
          <p:nvPr>
            <p:ph idx="1" type="subTitle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6"/>
          <p:cNvPicPr preferRelativeResize="0"/>
          <p:nvPr/>
        </p:nvPicPr>
        <p:blipFill rotWithShape="1">
          <a:blip r:embed="rId2">
            <a:alphaModFix/>
          </a:blip>
          <a:srcRect b="0" l="19" r="19" t="0"/>
          <a:stretch/>
        </p:blipFill>
        <p:spPr>
          <a:xfrm flipH="1" rot="10800000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6"/>
          <p:cNvSpPr txBox="1"/>
          <p:nvPr>
            <p:ph idx="1" type="body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i="1" sz="3600"/>
            </a:lvl1pPr>
            <a:lvl2pPr indent="-457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i="1" sz="3600"/>
            </a:lvl2pPr>
            <a:lvl3pPr indent="-457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i="1" sz="3600"/>
            </a:lvl3pPr>
            <a:lvl4pPr indent="-457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4pPr>
            <a:lvl5pPr indent="-457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5pPr>
            <a:lvl6pPr indent="-457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6pPr>
            <a:lvl7pPr indent="-457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7pPr>
            <a:lvl8pPr indent="-457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8pPr>
            <a:lvl9pPr indent="-457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9pPr>
          </a:lstStyle>
          <a:p/>
        </p:txBody>
      </p:sp>
      <p:grpSp>
        <p:nvGrpSpPr>
          <p:cNvPr id="39" name="Google Shape;39;p46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40" name="Google Shape;40;p46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b="1" i="0" lang="en" sz="60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b="1" i="0" sz="6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6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cap="flat" cmpd="sng" w="9525">
              <a:solidFill>
                <a:srgbClr val="CFD8D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6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cap="flat" cmpd="sng" w="1905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" name="Google Shape;43;p46"/>
          <p:cNvCxnSpPr>
            <a:endCxn id="41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46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46"/>
          <p:cNvCxnSpPr/>
          <p:nvPr/>
        </p:nvCxnSpPr>
        <p:spPr>
          <a:xfrm flipH="1" rot="10800000">
            <a:off x="4704510" y="351930"/>
            <a:ext cx="347100" cy="474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46"/>
          <p:cNvSpPr txBox="1"/>
          <p:nvPr>
            <p:ph idx="12" type="sldNum"/>
          </p:nvPr>
        </p:nvSpPr>
        <p:spPr>
          <a:xfrm>
            <a:off x="-87" y="4749844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7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9" name="Google Shape;49;p47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50" name="Google Shape;50;p4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8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" type="body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48"/>
          <p:cNvSpPr txBox="1"/>
          <p:nvPr>
            <p:ph idx="2" type="body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3" type="body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9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0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457200" y="4055343"/>
            <a:ext cx="82296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65" name="Google Shape;65;p51"/>
          <p:cNvSpPr txBox="1"/>
          <p:nvPr>
            <p:ph idx="12" type="sldNum"/>
          </p:nvPr>
        </p:nvSpPr>
        <p:spPr>
          <a:xfrm>
            <a:off x="-92" y="4749844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Arial"/>
              <a:buChar char="◎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◉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5747e58bd_0_47"/>
          <p:cNvSpPr txBox="1"/>
          <p:nvPr>
            <p:ph type="ctrTitle"/>
          </p:nvPr>
        </p:nvSpPr>
        <p:spPr>
          <a:xfrm>
            <a:off x="1668310" y="11764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"/>
              <a:t>Allergy-Safe Recipe Scanner</a:t>
            </a:r>
            <a:endParaRPr/>
          </a:p>
        </p:txBody>
      </p:sp>
      <p:pic>
        <p:nvPicPr>
          <p:cNvPr id="71" name="Google Shape;71;g2e5747e58bd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9924" y="0"/>
            <a:ext cx="2054075" cy="13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2e5747e58bd_0_47"/>
          <p:cNvSpPr txBox="1"/>
          <p:nvPr>
            <p:ph idx="4294967295" type="body"/>
          </p:nvPr>
        </p:nvSpPr>
        <p:spPr>
          <a:xfrm>
            <a:off x="2517300" y="2760400"/>
            <a:ext cx="5214900" cy="2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Group name: </a:t>
            </a:r>
            <a:r>
              <a:rPr b="1" lang="en" sz="1800"/>
              <a:t>The Unnamed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Eric Middlekamp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Daeyong Jung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Hamoud Alhazmi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Wenyu Wang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Timebox 2 - June 13, 2024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386d9d961_1_0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Overview</a:t>
            </a:r>
            <a:endParaRPr sz="3000"/>
          </a:p>
        </p:txBody>
      </p:sp>
      <p:sp>
        <p:nvSpPr>
          <p:cNvPr id="78" name="Google Shape;78;g27386d9d961_1_0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Hamoud </a:t>
            </a:r>
            <a:r>
              <a:rPr lang="en" sz="2200"/>
              <a:t>- Data Collection and cleaning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Jung - How Elasticsearch has been going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Eric - Application Update and next steps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9" name="Google Shape;79;g27386d9d961_1_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1.</a:t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Data Collection and Cleaning</a:t>
            </a:r>
            <a:endParaRPr/>
          </a:p>
        </p:txBody>
      </p:sp>
      <p:sp>
        <p:nvSpPr>
          <p:cNvPr id="85" name="Google Shape;85;p4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Burger Allergies</a:t>
            </a:r>
            <a:endParaRPr sz="3000"/>
          </a:p>
        </p:txBody>
      </p:sp>
      <p:sp>
        <p:nvSpPr>
          <p:cNvPr id="91" name="Google Shape;91;p6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People can be allergic to various ingredients commonly found in burgers: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Bread (Buns)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Wheat: A common allergen found in bread products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Gluten: Present in wheat and other grains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Cheese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Milk: A common allergen found in dairy products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Lactose: Some individuals may be lactose intolerant rather than allergic</a:t>
            </a:r>
            <a:endParaRPr sz="2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92" name="Google Shape;92;p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5747e58bd_0_40"/>
          <p:cNvSpPr txBox="1"/>
          <p:nvPr>
            <p:ph type="ctrTitle"/>
          </p:nvPr>
        </p:nvSpPr>
        <p:spPr>
          <a:xfrm>
            <a:off x="1668310" y="11764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"/>
              <a:t>Allergy-Safe Recipe Scanner</a:t>
            </a:r>
            <a:endParaRPr/>
          </a:p>
        </p:txBody>
      </p:sp>
      <p:pic>
        <p:nvPicPr>
          <p:cNvPr id="98" name="Google Shape;98;g2e5747e58bd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9924" y="0"/>
            <a:ext cx="2054075" cy="13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e5747e58bd_0_40"/>
          <p:cNvSpPr txBox="1"/>
          <p:nvPr>
            <p:ph idx="4294967295" type="body"/>
          </p:nvPr>
        </p:nvSpPr>
        <p:spPr>
          <a:xfrm>
            <a:off x="2517300" y="2760400"/>
            <a:ext cx="5214900" cy="2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Group name: </a:t>
            </a:r>
            <a:r>
              <a:rPr b="1" lang="en" sz="1800"/>
              <a:t>The Unnamed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Eric Middlekamp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Daeyong Jung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Hamoud Alhazmi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Wenyu Wang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Timebox 2 - June 13, 2024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800"/>
          </a:p>
        </p:txBody>
      </p:sp>
      <p:pic>
        <p:nvPicPr>
          <p:cNvPr id="100" name="Google Shape;100;g2e5747e58bd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386d9d961_1_18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2</a:t>
            </a:r>
            <a:r>
              <a:rPr lang="en" sz="6000">
                <a:solidFill>
                  <a:schemeClr val="accent4"/>
                </a:solidFill>
              </a:rPr>
              <a:t>.</a:t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Elasticsearch</a:t>
            </a:r>
            <a:endParaRPr/>
          </a:p>
        </p:txBody>
      </p:sp>
      <p:sp>
        <p:nvSpPr>
          <p:cNvPr id="106" name="Google Shape;106;g27386d9d961_1_18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27386d9d961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450" y="1829425"/>
            <a:ext cx="892900" cy="8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27386d9d961_1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856" y="2689897"/>
            <a:ext cx="1800875" cy="1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7386d9d961_1_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Old Algorithm</a:t>
            </a:r>
            <a:endParaRPr sz="3000"/>
          </a:p>
        </p:txBody>
      </p:sp>
      <p:sp>
        <p:nvSpPr>
          <p:cNvPr id="114" name="Google Shape;114;g27386d9d961_1_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g27386d9d961_1_6"/>
          <p:cNvSpPr txBox="1"/>
          <p:nvPr>
            <p:ph idx="1" type="body"/>
          </p:nvPr>
        </p:nvSpPr>
        <p:spPr>
          <a:xfrm>
            <a:off x="316425" y="1787300"/>
            <a:ext cx="2457300" cy="255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1800"/>
              <a:t>User Input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User Preference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Recipe</a:t>
            </a:r>
            <a:endParaRPr sz="1800"/>
          </a:p>
        </p:txBody>
      </p:sp>
      <p:sp>
        <p:nvSpPr>
          <p:cNvPr id="116" name="Google Shape;116;g27386d9d961_1_6"/>
          <p:cNvSpPr txBox="1"/>
          <p:nvPr>
            <p:ph idx="1" type="body"/>
          </p:nvPr>
        </p:nvSpPr>
        <p:spPr>
          <a:xfrm>
            <a:off x="2902901" y="1352800"/>
            <a:ext cx="2072400" cy="265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1800"/>
              <a:t>Indexing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Recipes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Dataset</a:t>
            </a:r>
            <a:endParaRPr sz="1800"/>
          </a:p>
        </p:txBody>
      </p:sp>
      <p:pic>
        <p:nvPicPr>
          <p:cNvPr id="117" name="Google Shape;117;g27386d9d961_1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9400" y="2689900"/>
            <a:ext cx="928375" cy="11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27386d9d961_1_6"/>
          <p:cNvSpPr txBox="1"/>
          <p:nvPr>
            <p:ph idx="1" type="body"/>
          </p:nvPr>
        </p:nvSpPr>
        <p:spPr>
          <a:xfrm>
            <a:off x="5219275" y="1010725"/>
            <a:ext cx="2991600" cy="191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1800"/>
              <a:t>Checking</a:t>
            </a:r>
            <a:endParaRPr sz="1800"/>
          </a:p>
        </p:txBody>
      </p:sp>
      <p:pic>
        <p:nvPicPr>
          <p:cNvPr id="119" name="Google Shape;119;g27386d9d961_1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4666" y="1419474"/>
            <a:ext cx="928375" cy="92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27386d9d961_1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3200" y="1943700"/>
            <a:ext cx="548700" cy="66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27386d9d961_1_6"/>
          <p:cNvSpPr/>
          <p:nvPr/>
        </p:nvSpPr>
        <p:spPr>
          <a:xfrm rot="-1811497">
            <a:off x="5897486" y="2010373"/>
            <a:ext cx="305432" cy="1489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27386d9d961_1_6"/>
          <p:cNvSpPr/>
          <p:nvPr/>
        </p:nvSpPr>
        <p:spPr>
          <a:xfrm rot="-8934069">
            <a:off x="6989340" y="2010479"/>
            <a:ext cx="305508" cy="14884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27386d9d961_1_6"/>
          <p:cNvSpPr txBox="1"/>
          <p:nvPr>
            <p:ph idx="1" type="body"/>
          </p:nvPr>
        </p:nvSpPr>
        <p:spPr>
          <a:xfrm>
            <a:off x="7053052" y="3944350"/>
            <a:ext cx="1695900" cy="80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2800"/>
              <a:t>Output</a:t>
            </a:r>
            <a:endParaRPr b="1" sz="28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cxnSp>
        <p:nvCxnSpPr>
          <p:cNvPr id="124" name="Google Shape;124;g27386d9d961_1_6"/>
          <p:cNvCxnSpPr/>
          <p:nvPr/>
        </p:nvCxnSpPr>
        <p:spPr>
          <a:xfrm flipH="1" rot="10800000">
            <a:off x="2444925" y="2869950"/>
            <a:ext cx="681000" cy="141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g27386d9d961_1_6"/>
          <p:cNvCxnSpPr/>
          <p:nvPr/>
        </p:nvCxnSpPr>
        <p:spPr>
          <a:xfrm flipH="1" rot="10800000">
            <a:off x="4699350" y="1688425"/>
            <a:ext cx="681000" cy="141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g27386d9d961_1_6"/>
          <p:cNvCxnSpPr>
            <a:endCxn id="123" idx="0"/>
          </p:cNvCxnSpPr>
          <p:nvPr/>
        </p:nvCxnSpPr>
        <p:spPr>
          <a:xfrm>
            <a:off x="6908302" y="2814550"/>
            <a:ext cx="992700" cy="1129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2738b4021cc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450" y="1829425"/>
            <a:ext cx="892900" cy="8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2738b4021cc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856" y="2689897"/>
            <a:ext cx="1800875" cy="1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738b4021cc_0_19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Advanced</a:t>
            </a:r>
            <a:r>
              <a:rPr lang="en" sz="3000"/>
              <a:t> Algorithm</a:t>
            </a:r>
            <a:endParaRPr sz="3000"/>
          </a:p>
        </p:txBody>
      </p:sp>
      <p:sp>
        <p:nvSpPr>
          <p:cNvPr id="134" name="Google Shape;134;g2738b4021cc_0_1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g2738b4021cc_0_19"/>
          <p:cNvSpPr txBox="1"/>
          <p:nvPr>
            <p:ph idx="1" type="body"/>
          </p:nvPr>
        </p:nvSpPr>
        <p:spPr>
          <a:xfrm>
            <a:off x="316425" y="1787300"/>
            <a:ext cx="2457300" cy="255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1800"/>
              <a:t>User Input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User Preference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Recipe</a:t>
            </a:r>
            <a:endParaRPr sz="1800"/>
          </a:p>
        </p:txBody>
      </p:sp>
      <p:sp>
        <p:nvSpPr>
          <p:cNvPr id="136" name="Google Shape;136;g2738b4021cc_0_19"/>
          <p:cNvSpPr txBox="1"/>
          <p:nvPr>
            <p:ph idx="1" type="body"/>
          </p:nvPr>
        </p:nvSpPr>
        <p:spPr>
          <a:xfrm>
            <a:off x="2902901" y="1352800"/>
            <a:ext cx="2072400" cy="265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1800"/>
              <a:t>Indexing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Dataset</a:t>
            </a:r>
            <a:endParaRPr sz="1800"/>
          </a:p>
        </p:txBody>
      </p:sp>
      <p:pic>
        <p:nvPicPr>
          <p:cNvPr id="137" name="Google Shape;137;g2738b4021cc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9400" y="2689900"/>
            <a:ext cx="928375" cy="11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2738b4021cc_0_19"/>
          <p:cNvSpPr txBox="1"/>
          <p:nvPr>
            <p:ph idx="1" type="body"/>
          </p:nvPr>
        </p:nvSpPr>
        <p:spPr>
          <a:xfrm>
            <a:off x="5219275" y="1010725"/>
            <a:ext cx="2991600" cy="191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1800"/>
              <a:t>Checking</a:t>
            </a:r>
            <a:endParaRPr sz="1800"/>
          </a:p>
        </p:txBody>
      </p:sp>
      <p:pic>
        <p:nvPicPr>
          <p:cNvPr id="139" name="Google Shape;139;g2738b4021cc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3200" y="1943700"/>
            <a:ext cx="548700" cy="66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2738b4021cc_0_19"/>
          <p:cNvSpPr/>
          <p:nvPr/>
        </p:nvSpPr>
        <p:spPr>
          <a:xfrm rot="3029">
            <a:off x="6320039" y="2201475"/>
            <a:ext cx="681000" cy="14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2738b4021cc_0_19"/>
          <p:cNvSpPr txBox="1"/>
          <p:nvPr>
            <p:ph idx="1" type="body"/>
          </p:nvPr>
        </p:nvSpPr>
        <p:spPr>
          <a:xfrm>
            <a:off x="7053052" y="3944350"/>
            <a:ext cx="1695900" cy="80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2800"/>
              <a:t>Output</a:t>
            </a:r>
            <a:endParaRPr b="1" sz="28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cxnSp>
        <p:nvCxnSpPr>
          <p:cNvPr id="142" name="Google Shape;142;g2738b4021cc_0_19"/>
          <p:cNvCxnSpPr/>
          <p:nvPr/>
        </p:nvCxnSpPr>
        <p:spPr>
          <a:xfrm flipH="1" rot="10800000">
            <a:off x="2444925" y="2869950"/>
            <a:ext cx="681000" cy="141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g2738b4021cc_0_19"/>
          <p:cNvCxnSpPr/>
          <p:nvPr/>
        </p:nvCxnSpPr>
        <p:spPr>
          <a:xfrm flipH="1" rot="10800000">
            <a:off x="4699350" y="1688425"/>
            <a:ext cx="681000" cy="141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g2738b4021cc_0_19"/>
          <p:cNvCxnSpPr>
            <a:endCxn id="141" idx="0"/>
          </p:cNvCxnSpPr>
          <p:nvPr/>
        </p:nvCxnSpPr>
        <p:spPr>
          <a:xfrm>
            <a:off x="6908302" y="2814550"/>
            <a:ext cx="992700" cy="1129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738b4021cc_0_59"/>
          <p:cNvSpPr txBox="1"/>
          <p:nvPr>
            <p:ph idx="1" type="body"/>
          </p:nvPr>
        </p:nvSpPr>
        <p:spPr>
          <a:xfrm>
            <a:off x="856600" y="1153175"/>
            <a:ext cx="46062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2400"/>
              <a:t>Method 1: 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2400"/>
              <a:t>Text Input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</p:txBody>
      </p:sp>
      <p:sp>
        <p:nvSpPr>
          <p:cNvPr id="150" name="Google Shape;150;g2738b4021cc_0_59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Problem: Scraping block</a:t>
            </a:r>
            <a:endParaRPr sz="3000"/>
          </a:p>
        </p:txBody>
      </p:sp>
      <p:sp>
        <p:nvSpPr>
          <p:cNvPr id="151" name="Google Shape;151;g2738b4021cc_0_5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g2738b4021cc_0_59"/>
          <p:cNvSpPr txBox="1"/>
          <p:nvPr/>
        </p:nvSpPr>
        <p:spPr>
          <a:xfrm>
            <a:off x="930050" y="3163600"/>
            <a:ext cx="37929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 User-friendly</a:t>
            </a:r>
            <a:endParaRPr sz="2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3" name="Google Shape;153;g2738b4021cc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825" y="1777825"/>
            <a:ext cx="3965700" cy="20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386d9d961_1_28"/>
          <p:cNvSpPr txBox="1"/>
          <p:nvPr>
            <p:ph idx="1" type="body"/>
          </p:nvPr>
        </p:nvSpPr>
        <p:spPr>
          <a:xfrm>
            <a:off x="856600" y="1153175"/>
            <a:ext cx="46062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2400"/>
              <a:t>Method 2: 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2400"/>
              <a:t>Requests with Headers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</p:txBody>
      </p:sp>
      <p:sp>
        <p:nvSpPr>
          <p:cNvPr id="159" name="Google Shape;159;g27386d9d961_1_28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Problem: Scraping block</a:t>
            </a:r>
            <a:endParaRPr sz="3000"/>
          </a:p>
        </p:txBody>
      </p:sp>
      <p:sp>
        <p:nvSpPr>
          <p:cNvPr id="160" name="Google Shape;160;g27386d9d961_1_2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1" name="Google Shape;161;g27386d9d961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0200" y="2247525"/>
            <a:ext cx="655320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738b4021cc_0_39"/>
          <p:cNvSpPr txBox="1"/>
          <p:nvPr>
            <p:ph idx="1" type="body"/>
          </p:nvPr>
        </p:nvSpPr>
        <p:spPr>
          <a:xfrm>
            <a:off x="856600" y="1153175"/>
            <a:ext cx="6215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2400"/>
              <a:t>Method 3: 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 sz="2400"/>
              <a:t>library supports JavaScript execution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</p:txBody>
      </p:sp>
      <p:sp>
        <p:nvSpPr>
          <p:cNvPr id="167" name="Google Shape;167;g2738b4021cc_0_39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Problem: Scraping block</a:t>
            </a:r>
            <a:endParaRPr sz="3000"/>
          </a:p>
        </p:txBody>
      </p:sp>
      <p:sp>
        <p:nvSpPr>
          <p:cNvPr id="168" name="Google Shape;168;g2738b4021cc_0_3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9" name="Google Shape;169;g2738b4021cc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5800" y="2417300"/>
            <a:ext cx="2091411" cy="2185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2738b4021cc_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126" y="2470751"/>
            <a:ext cx="2853151" cy="218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386d9d961_1_23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3</a:t>
            </a:r>
            <a:r>
              <a:rPr lang="en" sz="6000">
                <a:solidFill>
                  <a:schemeClr val="accent4"/>
                </a:solidFill>
              </a:rPr>
              <a:t>.</a:t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Updates and Next Steps</a:t>
            </a:r>
            <a:endParaRPr/>
          </a:p>
        </p:txBody>
      </p:sp>
      <p:sp>
        <p:nvSpPr>
          <p:cNvPr id="176" name="Google Shape;176;g27386d9d961_1_23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Implemented Required Features (MVP)</a:t>
            </a:r>
            <a:endParaRPr sz="3000"/>
          </a:p>
        </p:txBody>
      </p:sp>
      <p:sp>
        <p:nvSpPr>
          <p:cNvPr id="182" name="Google Shape;182;p9"/>
          <p:cNvSpPr txBox="1"/>
          <p:nvPr>
            <p:ph idx="1" type="body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User Text Input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Can enter either a URL or text blob</a:t>
            </a:r>
            <a:endParaRPr/>
          </a:p>
        </p:txBody>
      </p:sp>
      <p:sp>
        <p:nvSpPr>
          <p:cNvPr id="183" name="Google Shape;183;p9"/>
          <p:cNvSpPr txBox="1"/>
          <p:nvPr>
            <p:ph idx="2" type="body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User Management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Has to be a way to differentiate users</a:t>
            </a:r>
            <a:endParaRPr/>
          </a:p>
        </p:txBody>
      </p:sp>
      <p:sp>
        <p:nvSpPr>
          <p:cNvPr id="184" name="Google Shape;184;p9"/>
          <p:cNvSpPr txBox="1"/>
          <p:nvPr>
            <p:ph idx="3" type="body"/>
          </p:nvPr>
        </p:nvSpPr>
        <p:spPr>
          <a:xfrm>
            <a:off x="5873825" y="1200150"/>
            <a:ext cx="24198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Technical Auth Context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Manage user access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Privatized Routes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9"/>
          <p:cNvSpPr txBox="1"/>
          <p:nvPr>
            <p:ph idx="3" type="body"/>
          </p:nvPr>
        </p:nvSpPr>
        <p:spPr>
          <a:xfrm>
            <a:off x="786150" y="2797825"/>
            <a:ext cx="24198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Proper Routing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Routes between the pages of the application.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 txBox="1"/>
          <p:nvPr>
            <p:ph idx="3" type="body"/>
          </p:nvPr>
        </p:nvSpPr>
        <p:spPr>
          <a:xfrm>
            <a:off x="3330000" y="2797825"/>
            <a:ext cx="24198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MongoDB Atlas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Database for user information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386d9d961_1_12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Challenges</a:t>
            </a:r>
            <a:endParaRPr sz="3000"/>
          </a:p>
        </p:txBody>
      </p:sp>
      <p:sp>
        <p:nvSpPr>
          <p:cNvPr id="193" name="Google Shape;193;g27386d9d961_1_12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◎"/>
            </a:pPr>
            <a:r>
              <a:rPr lang="en"/>
              <a:t>Remembering Tailwind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◎"/>
            </a:pPr>
            <a:r>
              <a:rPr lang="en"/>
              <a:t>Remembering HTML/CSS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◎"/>
            </a:pPr>
            <a:r>
              <a:rPr lang="en"/>
              <a:t>Webpack compilation errors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◎"/>
            </a:pPr>
            <a:r>
              <a:rPr lang="en"/>
              <a:t>Built backend in JS rather than Python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/>
              <a:t>Sometimes it’s just your own fault…</a:t>
            </a:r>
            <a:endParaRPr/>
          </a:p>
        </p:txBody>
      </p:sp>
      <p:sp>
        <p:nvSpPr>
          <p:cNvPr id="194" name="Google Shape;194;g27386d9d961_1_1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7386d9d961_1_35"/>
          <p:cNvSpPr txBox="1"/>
          <p:nvPr>
            <p:ph idx="1" type="body"/>
          </p:nvPr>
        </p:nvSpPr>
        <p:spPr>
          <a:xfrm>
            <a:off x="439250" y="1200150"/>
            <a:ext cx="4022100" cy="12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User Selection of Avoidances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Due to allergy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Due to preference</a:t>
            </a:r>
            <a:endParaRPr/>
          </a:p>
        </p:txBody>
      </p:sp>
      <p:sp>
        <p:nvSpPr>
          <p:cNvPr id="200" name="Google Shape;200;g27386d9d961_1_35"/>
          <p:cNvSpPr txBox="1"/>
          <p:nvPr>
            <p:ph type="title"/>
          </p:nvPr>
        </p:nvSpPr>
        <p:spPr>
          <a:xfrm>
            <a:off x="538175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Next Steps for Application</a:t>
            </a:r>
            <a:endParaRPr sz="3000"/>
          </a:p>
        </p:txBody>
      </p:sp>
      <p:sp>
        <p:nvSpPr>
          <p:cNvPr id="201" name="Google Shape;201;g27386d9d961_1_35"/>
          <p:cNvSpPr txBox="1"/>
          <p:nvPr>
            <p:ph idx="2" type="body"/>
          </p:nvPr>
        </p:nvSpPr>
        <p:spPr>
          <a:xfrm>
            <a:off x="4682650" y="1200150"/>
            <a:ext cx="36753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Save Past Searches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Text Blobs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Urls</a:t>
            </a:r>
            <a:endParaRPr/>
          </a:p>
        </p:txBody>
      </p:sp>
      <p:sp>
        <p:nvSpPr>
          <p:cNvPr id="202" name="Google Shape;202;g27386d9d961_1_3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g27386d9d961_1_35"/>
          <p:cNvSpPr txBox="1"/>
          <p:nvPr>
            <p:ph idx="1" type="body"/>
          </p:nvPr>
        </p:nvSpPr>
        <p:spPr>
          <a:xfrm>
            <a:off x="538175" y="2612375"/>
            <a:ext cx="4022100" cy="23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Create Backend in Flask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ElasticSearch logic is in Python already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Handles user session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API for database</a:t>
            </a:r>
            <a:endParaRPr/>
          </a:p>
        </p:txBody>
      </p:sp>
      <p:sp>
        <p:nvSpPr>
          <p:cNvPr id="204" name="Google Shape;204;g27386d9d961_1_35"/>
          <p:cNvSpPr txBox="1"/>
          <p:nvPr>
            <p:ph idx="1" type="body"/>
          </p:nvPr>
        </p:nvSpPr>
        <p:spPr>
          <a:xfrm>
            <a:off x="4682650" y="2612375"/>
            <a:ext cx="4022100" cy="23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Make The Frontend Look Good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I’m not a UI designer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It looks… alright at best currently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7386d9d961_1_58"/>
          <p:cNvSpPr txBox="1"/>
          <p:nvPr>
            <p:ph idx="1" type="body"/>
          </p:nvPr>
        </p:nvSpPr>
        <p:spPr>
          <a:xfrm>
            <a:off x="538175" y="1200150"/>
            <a:ext cx="4022100" cy="12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Verify ElasticSearch Integration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Works in the way we intend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Due to preference</a:t>
            </a:r>
            <a:endParaRPr/>
          </a:p>
        </p:txBody>
      </p:sp>
      <p:sp>
        <p:nvSpPr>
          <p:cNvPr id="210" name="Google Shape;210;g27386d9d961_1_58"/>
          <p:cNvSpPr txBox="1"/>
          <p:nvPr>
            <p:ph type="title"/>
          </p:nvPr>
        </p:nvSpPr>
        <p:spPr>
          <a:xfrm>
            <a:off x="538175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Next Steps for Project</a:t>
            </a:r>
            <a:endParaRPr sz="3000"/>
          </a:p>
        </p:txBody>
      </p:sp>
      <p:sp>
        <p:nvSpPr>
          <p:cNvPr id="211" name="Google Shape;211;g27386d9d961_1_58"/>
          <p:cNvSpPr txBox="1"/>
          <p:nvPr>
            <p:ph idx="2" type="body"/>
          </p:nvPr>
        </p:nvSpPr>
        <p:spPr>
          <a:xfrm>
            <a:off x="4682650" y="1200150"/>
            <a:ext cx="36753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Build out Data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Make sure it works with simple ingredients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Add more coverage</a:t>
            </a:r>
            <a:endParaRPr/>
          </a:p>
        </p:txBody>
      </p:sp>
      <p:sp>
        <p:nvSpPr>
          <p:cNvPr id="212" name="Google Shape;212;g27386d9d961_1_5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g27386d9d961_1_58"/>
          <p:cNvSpPr txBox="1"/>
          <p:nvPr>
            <p:ph idx="1" type="body"/>
          </p:nvPr>
        </p:nvSpPr>
        <p:spPr>
          <a:xfrm>
            <a:off x="538175" y="2761150"/>
            <a:ext cx="4022100" cy="23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Integrate Components Together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Frontend, Backend, Data are separate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Backend -&gt; Data first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Backend -&gt; Frontend after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idx="4294967295" type="ctrTitle"/>
          </p:nvPr>
        </p:nvSpPr>
        <p:spPr>
          <a:xfrm>
            <a:off x="685800" y="5165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1" i="0" lang="en" sz="6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Thanks!</a:t>
            </a:r>
            <a:endParaRPr b="1" i="0" sz="60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9" name="Google Shape;219;p25"/>
          <p:cNvSpPr txBox="1"/>
          <p:nvPr>
            <p:ph idx="4294967295" type="subTitle"/>
          </p:nvPr>
        </p:nvSpPr>
        <p:spPr>
          <a:xfrm>
            <a:off x="685800" y="1639913"/>
            <a:ext cx="65937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Arial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questions?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
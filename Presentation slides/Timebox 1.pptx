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Allergy-Safe Recipe Scanner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df6b339ad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df6b339ad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721d13716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721d13716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df6b339ad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df6b339ad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df6b339ad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df6b339ad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70625"/>
            <a:ext cx="8520600" cy="1023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5000">
                <a:solidFill>
                  <a:srgbClr val="073763"/>
                </a:solidFill>
                <a:latin typeface="Calibri"/>
                <a:ea typeface="Calibri"/>
                <a:cs typeface="Calibri"/>
                <a:sym typeface="Calibri"/>
              </a:rPr>
              <a:t>Allergy-Safe Recipe Scanner</a:t>
            </a:r>
            <a:endParaRPr sz="5000">
              <a:solidFill>
                <a:srgbClr val="073763"/>
              </a:solidFill>
              <a:latin typeface="Calibri"/>
              <a:ea typeface="Calibri"/>
              <a:cs typeface="Calibri"/>
              <a:sym typeface="Calibri"/>
            </a:endParaRPr>
          </a:p>
        </p:txBody>
      </p:sp>
      <p:sp>
        <p:nvSpPr>
          <p:cNvPr id="55" name="Google Shape;55;p13"/>
          <p:cNvSpPr txBox="1"/>
          <p:nvPr>
            <p:ph idx="1" type="subTitle"/>
          </p:nvPr>
        </p:nvSpPr>
        <p:spPr>
          <a:xfrm>
            <a:off x="427300" y="156450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sz="1400">
              <a:solidFill>
                <a:schemeClr val="dk1"/>
              </a:solidFill>
            </a:endParaRPr>
          </a:p>
          <a:p>
            <a:pPr indent="0" lvl="0" marL="0" rtl="0" algn="ctr">
              <a:spcBef>
                <a:spcPts val="0"/>
              </a:spcBef>
              <a:spcAft>
                <a:spcPts val="0"/>
              </a:spcAft>
              <a:buNone/>
            </a:pPr>
            <a:r>
              <a:rPr lang="en-GB" sz="1400">
                <a:solidFill>
                  <a:schemeClr val="dk1"/>
                </a:solidFill>
              </a:rPr>
              <a:t>Eric Middlekamp</a:t>
            </a:r>
            <a:endParaRPr sz="1400">
              <a:solidFill>
                <a:schemeClr val="dk1"/>
              </a:solidFill>
            </a:endParaRPr>
          </a:p>
          <a:p>
            <a:pPr indent="0" lvl="0" marL="0" rtl="0" algn="ctr">
              <a:spcBef>
                <a:spcPts val="0"/>
              </a:spcBef>
              <a:spcAft>
                <a:spcPts val="0"/>
              </a:spcAft>
              <a:buNone/>
            </a:pPr>
            <a:r>
              <a:rPr lang="en-GB" sz="1400">
                <a:solidFill>
                  <a:schemeClr val="dk1"/>
                </a:solidFill>
              </a:rPr>
              <a:t>Daeyong Jung</a:t>
            </a:r>
            <a:endParaRPr sz="1400">
              <a:solidFill>
                <a:schemeClr val="dk1"/>
              </a:solidFill>
            </a:endParaRPr>
          </a:p>
          <a:p>
            <a:pPr indent="0" lvl="0" marL="0" rtl="0" algn="ctr">
              <a:spcBef>
                <a:spcPts val="0"/>
              </a:spcBef>
              <a:spcAft>
                <a:spcPts val="0"/>
              </a:spcAft>
              <a:buNone/>
            </a:pPr>
            <a:r>
              <a:rPr lang="en-GB" sz="1400">
                <a:solidFill>
                  <a:schemeClr val="dk1"/>
                </a:solidFill>
              </a:rPr>
              <a:t>Hamoud Alhazmi</a:t>
            </a:r>
            <a:endParaRPr sz="1400">
              <a:solidFill>
                <a:schemeClr val="dk1"/>
              </a:solidFill>
            </a:endParaRPr>
          </a:p>
          <a:p>
            <a:pPr indent="0" lvl="0" marL="0" rtl="0" algn="ctr">
              <a:spcBef>
                <a:spcPts val="0"/>
              </a:spcBef>
              <a:spcAft>
                <a:spcPts val="0"/>
              </a:spcAft>
              <a:buNone/>
            </a:pPr>
            <a:r>
              <a:rPr lang="en-GB" sz="1400">
                <a:solidFill>
                  <a:schemeClr val="dk1"/>
                </a:solidFill>
              </a:rPr>
              <a:t>Wenyu Wang</a:t>
            </a:r>
            <a:endParaRPr sz="1400">
              <a:solidFill>
                <a:schemeClr val="dk1"/>
              </a:solidFill>
            </a:endParaRPr>
          </a:p>
          <a:p>
            <a:pPr indent="0" lvl="0" marL="0" rtl="0" algn="ctr">
              <a:spcBef>
                <a:spcPts val="0"/>
              </a:spcBef>
              <a:spcAft>
                <a:spcPts val="0"/>
              </a:spcAft>
              <a:buNone/>
            </a:pPr>
            <a:r>
              <a:t/>
            </a:r>
            <a:endParaRPr sz="1400">
              <a:solidFill>
                <a:schemeClr val="dk1"/>
              </a:solidFill>
            </a:endParaRPr>
          </a:p>
          <a:p>
            <a:pPr indent="0" lvl="0" marL="0" rtl="0" algn="ctr">
              <a:spcBef>
                <a:spcPts val="0"/>
              </a:spcBef>
              <a:spcAft>
                <a:spcPts val="0"/>
              </a:spcAft>
              <a:buNone/>
            </a:pPr>
            <a:r>
              <a:t/>
            </a:r>
            <a:endParaRPr sz="1400">
              <a:solidFill>
                <a:schemeClr val="dk1"/>
              </a:solidFill>
            </a:endParaRPr>
          </a:p>
        </p:txBody>
      </p:sp>
      <p:sp>
        <p:nvSpPr>
          <p:cNvPr id="56" name="Google Shape;56;p13"/>
          <p:cNvSpPr txBox="1"/>
          <p:nvPr>
            <p:ph idx="1" type="subTitle"/>
          </p:nvPr>
        </p:nvSpPr>
        <p:spPr>
          <a:xfrm>
            <a:off x="427300" y="3225975"/>
            <a:ext cx="85206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GB" sz="2200">
                <a:solidFill>
                  <a:schemeClr val="dk1"/>
                </a:solidFill>
              </a:rPr>
              <a:t>The Ohio State University</a:t>
            </a:r>
            <a:endParaRPr sz="2200">
              <a:solidFill>
                <a:schemeClr val="dk1"/>
              </a:solidFill>
            </a:endParaRPr>
          </a:p>
          <a:p>
            <a:pPr indent="0" lvl="0" marL="0" rtl="0" algn="ctr">
              <a:spcBef>
                <a:spcPts val="0"/>
              </a:spcBef>
              <a:spcAft>
                <a:spcPts val="0"/>
              </a:spcAft>
              <a:buNone/>
            </a:pPr>
            <a:r>
              <a:rPr lang="en-GB" sz="2200">
                <a:solidFill>
                  <a:schemeClr val="dk1"/>
                </a:solidFill>
              </a:rPr>
              <a:t>Computer Science and Engineering</a:t>
            </a:r>
            <a:endParaRPr sz="2200">
              <a:solidFill>
                <a:schemeClr val="dk1"/>
              </a:solidFill>
            </a:endParaRPr>
          </a:p>
        </p:txBody>
      </p:sp>
      <p:sp>
        <p:nvSpPr>
          <p:cNvPr id="57" name="Google Shape;57;p13"/>
          <p:cNvSpPr txBox="1"/>
          <p:nvPr>
            <p:ph idx="1" type="subTitle"/>
          </p:nvPr>
        </p:nvSpPr>
        <p:spPr>
          <a:xfrm>
            <a:off x="427300" y="42122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2200">
                <a:solidFill>
                  <a:schemeClr val="dk1"/>
                </a:solidFill>
              </a:rPr>
              <a:t>May 23, 2024</a:t>
            </a:r>
            <a:endParaRPr sz="2200">
              <a:solidFill>
                <a:schemeClr val="dk1"/>
              </a:solidFill>
            </a:endParaRPr>
          </a:p>
        </p:txBody>
      </p:sp>
      <p:pic>
        <p:nvPicPr>
          <p:cNvPr id="58" name="Google Shape;58;p13"/>
          <p:cNvPicPr preferRelativeResize="0"/>
          <p:nvPr/>
        </p:nvPicPr>
        <p:blipFill>
          <a:blip r:embed="rId3">
            <a:alphaModFix/>
          </a:blip>
          <a:stretch>
            <a:fillRect/>
          </a:stretch>
        </p:blipFill>
        <p:spPr>
          <a:xfrm>
            <a:off x="7022049" y="3696550"/>
            <a:ext cx="2054075" cy="1375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114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4400">
                <a:solidFill>
                  <a:srgbClr val="073763"/>
                </a:solidFill>
                <a:latin typeface="Calibri"/>
                <a:ea typeface="Calibri"/>
                <a:cs typeface="Calibri"/>
                <a:sym typeface="Calibri"/>
              </a:rPr>
              <a:t>Idea</a:t>
            </a:r>
            <a:endParaRPr sz="4400">
              <a:solidFill>
                <a:srgbClr val="073763"/>
              </a:solidFill>
              <a:latin typeface="Calibri"/>
              <a:ea typeface="Calibri"/>
              <a:cs typeface="Calibri"/>
              <a:sym typeface="Calibri"/>
            </a:endParaRPr>
          </a:p>
        </p:txBody>
      </p:sp>
      <p:sp>
        <p:nvSpPr>
          <p:cNvPr id="64" name="Google Shape;64;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T</a:t>
            </a:r>
            <a:r>
              <a:rPr lang="en-GB">
                <a:solidFill>
                  <a:schemeClr val="dk1"/>
                </a:solidFill>
              </a:rPr>
              <a:t>he project involving a recipe scanner and potentially an alternative recommendation system.</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We will use Elasticsearch to identify documents that correspond to the provided recipe. These documents represent the </a:t>
            </a:r>
            <a:r>
              <a:rPr lang="en-GB">
                <a:solidFill>
                  <a:schemeClr val="dk1"/>
                </a:solidFill>
              </a:rPr>
              <a:t>recipe</a:t>
            </a:r>
            <a:r>
              <a:rPr lang="en-GB">
                <a:solidFill>
                  <a:schemeClr val="dk1"/>
                </a:solidFill>
              </a:rPr>
              <a:t> ingredients, which we can review to check for potential allergens.</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180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4400">
                <a:solidFill>
                  <a:srgbClr val="073763"/>
                </a:solidFill>
              </a:rPr>
              <a:t>How does it work?</a:t>
            </a:r>
            <a:endParaRPr sz="4400">
              <a:solidFill>
                <a:srgbClr val="073763"/>
              </a:solidFill>
            </a:endParaRPr>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chemeClr val="dk1"/>
                </a:solidFill>
              </a:rPr>
              <a:t>In our proposed application, users will register and list their allergies or items they want to avoid. There will then be an input field for a link to the recipe that they want to check. The system will retrieve the webpage's HTML and extract its text. Using Elasticsearch, this text will be searched, and the matched content will be compared with the user's specifications to ensure compliance.</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1725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4400">
                <a:solidFill>
                  <a:srgbClr val="073763"/>
                </a:solidFill>
              </a:rPr>
              <a:t>Demo</a:t>
            </a:r>
            <a:endParaRPr sz="4400">
              <a:solidFill>
                <a:srgbClr val="073763"/>
              </a:solidFill>
            </a:endParaRPr>
          </a:p>
        </p:txBody>
      </p:sp>
      <p:sp>
        <p:nvSpPr>
          <p:cNvPr id="76" name="Google Shape;76;p16"/>
          <p:cNvSpPr txBox="1"/>
          <p:nvPr>
            <p:ph idx="1" type="body"/>
          </p:nvPr>
        </p:nvSpPr>
        <p:spPr>
          <a:xfrm>
            <a:off x="311700" y="1764050"/>
            <a:ext cx="8520600" cy="990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GB" sz="3200">
                <a:solidFill>
                  <a:schemeClr val="dk1"/>
                </a:solidFill>
              </a:rPr>
              <a:t>Short </a:t>
            </a:r>
            <a:r>
              <a:rPr lang="en-GB" sz="3200">
                <a:solidFill>
                  <a:schemeClr val="dk1"/>
                </a:solidFill>
              </a:rPr>
              <a:t>Demo</a:t>
            </a:r>
            <a:endParaRPr sz="3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1313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4400">
                <a:solidFill>
                  <a:srgbClr val="073763"/>
                </a:solidFill>
              </a:rPr>
              <a:t>What are our next steps? </a:t>
            </a:r>
            <a:endParaRPr sz="4400">
              <a:solidFill>
                <a:srgbClr val="073763"/>
              </a:solidFill>
            </a:endParaRPr>
          </a:p>
        </p:txBody>
      </p:sp>
      <p:pic>
        <p:nvPicPr>
          <p:cNvPr id="82" name="Google Shape;82;p17"/>
          <p:cNvPicPr preferRelativeResize="0"/>
          <p:nvPr/>
        </p:nvPicPr>
        <p:blipFill>
          <a:blip r:embed="rId3">
            <a:alphaModFix/>
          </a:blip>
          <a:stretch>
            <a:fillRect/>
          </a:stretch>
        </p:blipFill>
        <p:spPr>
          <a:xfrm>
            <a:off x="408325" y="856400"/>
            <a:ext cx="3722424" cy="1579125"/>
          </a:xfrm>
          <a:prstGeom prst="rect">
            <a:avLst/>
          </a:prstGeom>
          <a:noFill/>
          <a:ln>
            <a:noFill/>
          </a:ln>
        </p:spPr>
      </p:pic>
      <p:pic>
        <p:nvPicPr>
          <p:cNvPr id="83" name="Google Shape;83;p17"/>
          <p:cNvPicPr preferRelativeResize="0"/>
          <p:nvPr/>
        </p:nvPicPr>
        <p:blipFill>
          <a:blip r:embed="rId4">
            <a:alphaModFix/>
          </a:blip>
          <a:stretch>
            <a:fillRect/>
          </a:stretch>
        </p:blipFill>
        <p:spPr>
          <a:xfrm>
            <a:off x="5876574" y="946388"/>
            <a:ext cx="2151025" cy="2301025"/>
          </a:xfrm>
          <a:prstGeom prst="rect">
            <a:avLst/>
          </a:prstGeom>
          <a:noFill/>
          <a:ln>
            <a:noFill/>
          </a:ln>
        </p:spPr>
      </p:pic>
      <p:pic>
        <p:nvPicPr>
          <p:cNvPr id="84" name="Google Shape;84;p17"/>
          <p:cNvPicPr preferRelativeResize="0"/>
          <p:nvPr/>
        </p:nvPicPr>
        <p:blipFill>
          <a:blip r:embed="rId5">
            <a:alphaModFix/>
          </a:blip>
          <a:stretch>
            <a:fillRect/>
          </a:stretch>
        </p:blipFill>
        <p:spPr>
          <a:xfrm>
            <a:off x="4695896" y="3572396"/>
            <a:ext cx="4297674" cy="1381625"/>
          </a:xfrm>
          <a:prstGeom prst="rect">
            <a:avLst/>
          </a:prstGeom>
          <a:noFill/>
          <a:ln>
            <a:noFill/>
          </a:ln>
        </p:spPr>
      </p:pic>
      <p:pic>
        <p:nvPicPr>
          <p:cNvPr id="85" name="Google Shape;85;p17"/>
          <p:cNvPicPr preferRelativeResize="0"/>
          <p:nvPr/>
        </p:nvPicPr>
        <p:blipFill>
          <a:blip r:embed="rId6">
            <a:alphaModFix/>
          </a:blip>
          <a:stretch>
            <a:fillRect/>
          </a:stretch>
        </p:blipFill>
        <p:spPr>
          <a:xfrm>
            <a:off x="445374" y="3413100"/>
            <a:ext cx="3685375" cy="1540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